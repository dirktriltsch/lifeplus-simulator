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7" autoAdjust="0"/>
    <p:restoredTop sz="94660"/>
  </p:normalViewPr>
  <p:slideViewPr>
    <p:cSldViewPr snapToGrid="0">
      <p:cViewPr>
        <p:scale>
          <a:sx n="100" d="100"/>
          <a:sy n="100" d="100"/>
        </p:scale>
        <p:origin x="186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C9765-54AD-4F28-B3F9-5BAC8225E61A}" type="datetimeFigureOut">
              <a:rPr lang="de-DE" smtClean="0"/>
              <a:t>02.06.2026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DE80F-9DBE-456D-A210-178FBE0B093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135198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C9765-54AD-4F28-B3F9-5BAC8225E61A}" type="datetimeFigureOut">
              <a:rPr lang="de-DE" smtClean="0"/>
              <a:t>02.06.2026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DE80F-9DBE-456D-A210-178FBE0B093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31244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C9765-54AD-4F28-B3F9-5BAC8225E61A}" type="datetimeFigureOut">
              <a:rPr lang="de-DE" smtClean="0"/>
              <a:t>02.06.2026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DE80F-9DBE-456D-A210-178FBE0B093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983946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C9765-54AD-4F28-B3F9-5BAC8225E61A}" type="datetimeFigureOut">
              <a:rPr lang="de-DE" smtClean="0"/>
              <a:t>02.06.2026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DE80F-9DBE-456D-A210-178FBE0B093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515615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C9765-54AD-4F28-B3F9-5BAC8225E61A}" type="datetimeFigureOut">
              <a:rPr lang="de-DE" smtClean="0"/>
              <a:t>02.06.2026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DE80F-9DBE-456D-A210-178FBE0B093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641088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C9765-54AD-4F28-B3F9-5BAC8225E61A}" type="datetimeFigureOut">
              <a:rPr lang="de-DE" smtClean="0"/>
              <a:t>02.06.2026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DE80F-9DBE-456D-A210-178FBE0B093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81183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C9765-54AD-4F28-B3F9-5BAC8225E61A}" type="datetimeFigureOut">
              <a:rPr lang="de-DE" smtClean="0"/>
              <a:t>02.06.2026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DE80F-9DBE-456D-A210-178FBE0B093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914714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C9765-54AD-4F28-B3F9-5BAC8225E61A}" type="datetimeFigureOut">
              <a:rPr lang="de-DE" smtClean="0"/>
              <a:t>02.06.2026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DE80F-9DBE-456D-A210-178FBE0B093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135460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C9765-54AD-4F28-B3F9-5BAC8225E61A}" type="datetimeFigureOut">
              <a:rPr lang="de-DE" smtClean="0"/>
              <a:t>02.06.2026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DE80F-9DBE-456D-A210-178FBE0B093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187779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C9765-54AD-4F28-B3F9-5BAC8225E61A}" type="datetimeFigureOut">
              <a:rPr lang="de-DE" smtClean="0"/>
              <a:t>02.06.2026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DE80F-9DBE-456D-A210-178FBE0B093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86947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C9765-54AD-4F28-B3F9-5BAC8225E61A}" type="datetimeFigureOut">
              <a:rPr lang="de-DE" smtClean="0"/>
              <a:t>02.06.2026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DE80F-9DBE-456D-A210-178FBE0B093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777687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0C9765-54AD-4F28-B3F9-5BAC8225E61A}" type="datetimeFigureOut">
              <a:rPr lang="de-DE" smtClean="0"/>
              <a:t>02.06.2026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1DE80F-9DBE-456D-A210-178FBE0B093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8191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E6BB5C15-C147-F065-821B-CE059D7892F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0000" b="86357"/>
          <a:stretch/>
        </p:blipFill>
        <p:spPr>
          <a:xfrm>
            <a:off x="0" y="0"/>
            <a:ext cx="3429000" cy="548215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A3AD366C-29FD-4B61-4768-6A7C9E7E79E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643" r="50000" b="1"/>
          <a:stretch/>
        </p:blipFill>
        <p:spPr>
          <a:xfrm>
            <a:off x="0" y="3784287"/>
            <a:ext cx="3429000" cy="3470090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DE450059-FE76-70F9-69AE-D6215B98B7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48215"/>
            <a:ext cx="3428998" cy="3253739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0D453DCE-4126-54B9-3E29-97F7C6ED7F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8998" y="52554"/>
            <a:ext cx="3428422" cy="3904592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327EE217-176D-F9A1-5BC1-3CF29729716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60551"/>
          <a:stretch/>
        </p:blipFill>
        <p:spPr>
          <a:xfrm>
            <a:off x="3428998" y="4176639"/>
            <a:ext cx="3371280" cy="2861387"/>
          </a:xfrm>
          <a:prstGeom prst="rect">
            <a:avLst/>
          </a:prstGeom>
        </p:spPr>
      </p:pic>
      <p:pic>
        <p:nvPicPr>
          <p:cNvPr id="25" name="Grafik 24">
            <a:extLst>
              <a:ext uri="{FF2B5EF4-FFF2-40B4-BE49-F238E27FC236}">
                <a16:creationId xmlns:a16="http://schemas.microsoft.com/office/drawing/2014/main" id="{21E0B774-2A26-627D-B78D-E9F95EE0505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55126" y="5999279"/>
            <a:ext cx="3176166" cy="2510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185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E6BB5C15-C147-F065-821B-CE059D7892F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0000" b="86357"/>
          <a:stretch/>
        </p:blipFill>
        <p:spPr>
          <a:xfrm>
            <a:off x="0" y="0"/>
            <a:ext cx="3429000" cy="548215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A3AD366C-29FD-4B61-4768-6A7C9E7E79E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643" r="50000" b="1"/>
          <a:stretch/>
        </p:blipFill>
        <p:spPr>
          <a:xfrm>
            <a:off x="0" y="2767718"/>
            <a:ext cx="3439466" cy="3480681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0D453DCE-4126-54B9-3E29-97F7C6ED7F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8998" y="52554"/>
            <a:ext cx="3428422" cy="3904592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327EE217-176D-F9A1-5BC1-3CF29729716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60551"/>
          <a:stretch/>
        </p:blipFill>
        <p:spPr>
          <a:xfrm>
            <a:off x="3428998" y="4176639"/>
            <a:ext cx="3371280" cy="2861387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5A7DDE0B-1B04-A33B-2B52-413EE4E6B2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63208"/>
            <a:ext cx="3401708" cy="2189518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CFF2443E-8B7E-A2F6-4AA4-DEF1FABC206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39466" y="7111499"/>
            <a:ext cx="3418534" cy="2200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73407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Breitbild</PresentationFormat>
  <Paragraphs>0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Dirk Triltsch</dc:creator>
  <cp:lastModifiedBy>Dirk Triltsch</cp:lastModifiedBy>
  <cp:revision>1</cp:revision>
  <dcterms:created xsi:type="dcterms:W3CDTF">2026-06-02T13:35:20Z</dcterms:created>
  <dcterms:modified xsi:type="dcterms:W3CDTF">2026-06-02T14:27:25Z</dcterms:modified>
</cp:coreProperties>
</file>